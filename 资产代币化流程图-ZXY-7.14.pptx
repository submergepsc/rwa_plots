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91415-9454-CF7D-AF81-DDD191DA53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2EA97A-9502-5801-C7F1-DB384FEE0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DA1A9-2A3B-C4EA-7C69-F5879DAE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0AB67-B377-7190-7BBC-DB9C11DC4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7CE56-7799-FDEE-324F-5F97B54A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8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4E0C5-F38F-71C6-0BB9-B9504B03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3574A2-5BB7-7435-9169-E96DF041E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AA2B0E-6138-2FD0-AC7B-03DE88839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6F52FF-CEB1-25EC-0357-7AD5E7955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C23B99-10C8-B559-259B-571EF517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63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1C2A1-758D-395E-CF4C-F7A3D421C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FB4416-B7B4-CEF6-1F5D-E89CBD9F7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26609B-BA01-FE26-F984-6F26326ED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51D3BA-67E4-E690-2B95-307182AE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80A905-9F49-6E3D-552A-00D9C1EE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873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19A13-6826-7585-0E22-F770CEB0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30A582-967D-D60C-6C92-A9491FA24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E6C65C-E190-AEA3-4286-221AB3F35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D095F7-909C-05F5-34AB-D1E788211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B840B6-9E5C-2863-076F-C267196F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F57ADB-8C9C-3178-C17C-CC9C5F6D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62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E8AD3-1DE6-2A76-7901-132F1676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222FF3-B408-B8DF-C90A-C4437EA7A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E6D413-A9ED-2A79-F8F8-094BBDDC5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D99649-086C-EA87-1DEB-A9448C312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091A9C-995B-2953-167E-2AB4DE214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4D7364B-AD74-A6FC-A8D4-9DAAF1B2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95D5F8-9F92-3D39-5950-3D3B0787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9BF0E7-9D66-7281-9458-A0CB58B5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19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AAA143-EAF2-87BC-4C4B-F36A8EA5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0621F8-EBD6-E21D-864B-DA915CFB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BEE95D-637E-F11A-79FD-DD77F691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605BEB-8208-28E0-A602-7A46EB1B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291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786EB3-72E8-885F-85EF-08B5DF11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A180AE-5797-EE94-6E07-34FE4E51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808028-A3E6-5B94-0DCF-DAA4B5C6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540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9F5FE-E61A-1B93-18D8-3CC7577B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31D0BF-4278-566A-1F00-9A5832181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765F08-92B5-B50D-DE63-8A61E2533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EAAD7B-C797-2FC4-F2BD-D70339EE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50C162-FBE3-180C-5BDD-689520E1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9C027C-9FFC-A597-EBBF-129C4C77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39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C42E4-D56D-B107-7721-C250E226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166ECB-B538-F17F-BFA7-FB41F03FE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E401F8-384A-BECD-87C5-BE7D798FF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FC5F09-04FB-EB3C-24B9-04E6CA616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152B99-E69F-6E74-408A-608BD45A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50F999-414D-7D12-EC17-3A127CFB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67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1A8BC-FA9F-DE48-8CB9-DE2FF348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519CA7-D514-792C-93DA-7C0CEC9C7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327E41-95F2-ABE7-3878-6901BCF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952E4-E3AC-682F-AFB9-CECA73D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6021F-8407-4FAF-DB4F-B5A0CF5F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93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F6CE5B-4E03-3D2A-5679-1239AA265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2387F9-80E7-DDDA-EB78-71ABFE918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7567ED-BE53-EACD-DF29-70C402C3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DB1D81-B0D5-38E5-EDC9-CBB2769C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1A3FED-2231-B4AF-7AFB-E3D74A23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18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9F0146-C43E-F62D-C334-AFB758A9A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6D93E6-1FD9-F290-F0B1-A41DA19B7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24EA98-5679-264B-7FD4-62FE037F9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B01DE-C770-48E8-86F9-B7D8A26F565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667826-0151-DE0C-4C06-F46285BA8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E73617-BD07-8C58-EC86-AF7E0FE52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11013-9921-496C-A14D-78C66DA99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00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F8314B7-57FF-1A62-BC37-0CDFBE1855F0}"/>
              </a:ext>
            </a:extLst>
          </p:cNvPr>
          <p:cNvSpPr/>
          <p:nvPr/>
        </p:nvSpPr>
        <p:spPr>
          <a:xfrm>
            <a:off x="6827073" y="1540428"/>
            <a:ext cx="1783308" cy="4309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现实世界资产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B1DDEF-6B22-3F83-31FC-09B4CBFC9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783" y="695019"/>
            <a:ext cx="649679" cy="64967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E7CFF75-D901-FBA0-550D-ABA1A4AB3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085" y="642125"/>
            <a:ext cx="752269" cy="7522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AC50DD2-B218-FF9F-85E7-3CEF91BA6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176" y="677310"/>
            <a:ext cx="750113" cy="75011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582BC59-6EE5-589D-BBB6-5A90BB5EBBDE}"/>
              </a:ext>
            </a:extLst>
          </p:cNvPr>
          <p:cNvSpPr/>
          <p:nvPr/>
        </p:nvSpPr>
        <p:spPr>
          <a:xfrm>
            <a:off x="1827297" y="1548359"/>
            <a:ext cx="1873689" cy="42365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第三方审计机构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A7D5D37-EF7C-C0B9-9D56-F50DEF0F2E2C}"/>
              </a:ext>
            </a:extLst>
          </p:cNvPr>
          <p:cNvSpPr txBox="1"/>
          <p:nvPr/>
        </p:nvSpPr>
        <p:spPr>
          <a:xfrm>
            <a:off x="3982034" y="1336404"/>
            <a:ext cx="256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为资产生成背书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B21A463-8E65-EF19-101B-4E0B92D01647}"/>
              </a:ext>
            </a:extLst>
          </p:cNvPr>
          <p:cNvCxnSpPr>
            <a:cxnSpLocks/>
          </p:cNvCxnSpPr>
          <p:nvPr/>
        </p:nvCxnSpPr>
        <p:spPr>
          <a:xfrm flipV="1">
            <a:off x="3839391" y="1782888"/>
            <a:ext cx="2918004" cy="44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8D64A41F-002E-1BCA-FE35-BBB2E8512E29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>
            <a:off x="7731437" y="2278424"/>
            <a:ext cx="2139749" cy="1525691"/>
          </a:xfrm>
          <a:prstGeom prst="bentConnector3">
            <a:avLst>
              <a:gd name="adj1" fmla="val 99571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D93FA47B-D5A4-FFC5-F470-6E83C2BA4094}"/>
              </a:ext>
            </a:extLst>
          </p:cNvPr>
          <p:cNvSpPr txBox="1"/>
          <p:nvPr/>
        </p:nvSpPr>
        <p:spPr>
          <a:xfrm>
            <a:off x="9557219" y="3017669"/>
            <a:ext cx="223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调用铸币合约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8753688F-58DA-C131-A658-6673F889C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368" y="2677664"/>
            <a:ext cx="602979" cy="60297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02B1AF7A-3366-0555-9042-7DF00E8F21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992" y="2959564"/>
            <a:ext cx="705153" cy="705153"/>
          </a:xfrm>
          <a:prstGeom prst="rect">
            <a:avLst/>
          </a:prstGeom>
        </p:spPr>
      </p:pic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6390B59-BDA8-21E5-D268-496BDD96DE13}"/>
              </a:ext>
            </a:extLst>
          </p:cNvPr>
          <p:cNvCxnSpPr>
            <a:cxnSpLocks/>
          </p:cNvCxnSpPr>
          <p:nvPr/>
        </p:nvCxnSpPr>
        <p:spPr>
          <a:xfrm flipH="1">
            <a:off x="2763119" y="4197988"/>
            <a:ext cx="311794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F2533C2B-C7F7-9DB7-18D0-C0C4B27CAAA6}"/>
              </a:ext>
            </a:extLst>
          </p:cNvPr>
          <p:cNvSpPr txBox="1"/>
          <p:nvPr/>
        </p:nvSpPr>
        <p:spPr>
          <a:xfrm>
            <a:off x="2332955" y="4301780"/>
            <a:ext cx="3763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合约向预言机发起查询请求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4A2EED9-CA16-D03D-CAD9-90CDDBFFB95B}"/>
              </a:ext>
            </a:extLst>
          </p:cNvPr>
          <p:cNvSpPr txBox="1"/>
          <p:nvPr/>
        </p:nvSpPr>
        <p:spPr>
          <a:xfrm>
            <a:off x="2258287" y="2709893"/>
            <a:ext cx="3026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4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预言机查询资产价格并返回给铸币合约查询结果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23C8B056-4D48-4279-406B-0AE0DE220125}"/>
              </a:ext>
            </a:extLst>
          </p:cNvPr>
          <p:cNvCxnSpPr>
            <a:cxnSpLocks/>
          </p:cNvCxnSpPr>
          <p:nvPr/>
        </p:nvCxnSpPr>
        <p:spPr>
          <a:xfrm flipH="1">
            <a:off x="2034693" y="2165299"/>
            <a:ext cx="600086" cy="6708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003385B-86A9-F66F-C7D0-78D008ACD7D3}"/>
              </a:ext>
            </a:extLst>
          </p:cNvPr>
          <p:cNvCxnSpPr>
            <a:cxnSpLocks/>
          </p:cNvCxnSpPr>
          <p:nvPr/>
        </p:nvCxnSpPr>
        <p:spPr>
          <a:xfrm>
            <a:off x="2763119" y="3920947"/>
            <a:ext cx="313947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06A27235-B8CE-AA04-3F4E-9DD07CD6C213}"/>
              </a:ext>
            </a:extLst>
          </p:cNvPr>
          <p:cNvSpPr txBox="1"/>
          <p:nvPr/>
        </p:nvSpPr>
        <p:spPr>
          <a:xfrm>
            <a:off x="6500409" y="4716588"/>
            <a:ext cx="268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5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合约生成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RWA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代币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7ED4D1E-358D-C84B-7920-D7CB9A3DCF0B}"/>
              </a:ext>
            </a:extLst>
          </p:cNvPr>
          <p:cNvCxnSpPr>
            <a:cxnSpLocks/>
          </p:cNvCxnSpPr>
          <p:nvPr/>
        </p:nvCxnSpPr>
        <p:spPr>
          <a:xfrm>
            <a:off x="6349592" y="4516580"/>
            <a:ext cx="0" cy="10511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E4CE3893-ADE6-4BD4-1100-ECDE59614FB5}"/>
              </a:ext>
            </a:extLst>
          </p:cNvPr>
          <p:cNvCxnSpPr>
            <a:cxnSpLocks/>
          </p:cNvCxnSpPr>
          <p:nvPr/>
        </p:nvCxnSpPr>
        <p:spPr>
          <a:xfrm flipH="1">
            <a:off x="2484051" y="5888859"/>
            <a:ext cx="3483705" cy="48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D2E6A50-2D65-E249-881E-42ECB174E6F3}"/>
              </a:ext>
            </a:extLst>
          </p:cNvPr>
          <p:cNvSpPr txBox="1"/>
          <p:nvPr/>
        </p:nvSpPr>
        <p:spPr>
          <a:xfrm>
            <a:off x="2080125" y="5311719"/>
            <a:ext cx="3135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6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转化为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wBKC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67692B1E-D88D-563E-A40D-1E863F05B5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180" y="5613327"/>
            <a:ext cx="551064" cy="551064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A2566E21-AEA7-0E48-DA9A-F09CC0E2E7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060" y="5622088"/>
            <a:ext cx="551063" cy="55106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A003744-53AA-C1CC-4144-9E2555E00AB1}"/>
              </a:ext>
            </a:extLst>
          </p:cNvPr>
          <p:cNvSpPr/>
          <p:nvPr/>
        </p:nvSpPr>
        <p:spPr>
          <a:xfrm>
            <a:off x="1369018" y="3813081"/>
            <a:ext cx="1097643" cy="4002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预言机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B87D67-AF8B-8C50-57A3-3876479D47A0}"/>
              </a:ext>
            </a:extLst>
          </p:cNvPr>
          <p:cNvSpPr/>
          <p:nvPr/>
        </p:nvSpPr>
        <p:spPr>
          <a:xfrm>
            <a:off x="8763609" y="1540428"/>
            <a:ext cx="1601093" cy="4309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资产所有者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3B99C9B-7393-3641-FE95-562A92EFBB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0" b="38124"/>
          <a:stretch>
            <a:fillRect/>
          </a:stretch>
        </p:blipFill>
        <p:spPr>
          <a:xfrm>
            <a:off x="5801879" y="3600601"/>
            <a:ext cx="2315720" cy="901399"/>
          </a:xfrm>
          <a:prstGeom prst="rect">
            <a:avLst/>
          </a:prstGeom>
        </p:spPr>
      </p:pic>
      <p:sp>
        <p:nvSpPr>
          <p:cNvPr id="35" name="对话气泡: 圆角矩形 34">
            <a:extLst>
              <a:ext uri="{FF2B5EF4-FFF2-40B4-BE49-F238E27FC236}">
                <a16:creationId xmlns:a16="http://schemas.microsoft.com/office/drawing/2014/main" id="{00DACCFB-FAE8-9262-A7A8-2CD7FB4384C2}"/>
              </a:ext>
            </a:extLst>
          </p:cNvPr>
          <p:cNvSpPr/>
          <p:nvPr/>
        </p:nvSpPr>
        <p:spPr>
          <a:xfrm>
            <a:off x="5991150" y="2414016"/>
            <a:ext cx="2619231" cy="1050703"/>
          </a:xfrm>
          <a:prstGeom prst="wedgeRoundRectCallout">
            <a:avLst>
              <a:gd name="adj1" fmla="val -21105"/>
              <a:gd name="adj2" fmla="val 70701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2D2991-A670-5638-CF98-D76FCA987FEE}"/>
              </a:ext>
            </a:extLst>
          </p:cNvPr>
          <p:cNvSpPr/>
          <p:nvPr/>
        </p:nvSpPr>
        <p:spPr>
          <a:xfrm>
            <a:off x="6838398" y="2587815"/>
            <a:ext cx="1614966" cy="74574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部署在链上的铸币合约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F63D7A-5649-729D-2E43-E66F913A96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935" y="5091581"/>
            <a:ext cx="648309" cy="6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6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54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玄烨 朱</dc:creator>
  <cp:lastModifiedBy>玄烨 朱</cp:lastModifiedBy>
  <cp:revision>40</cp:revision>
  <dcterms:created xsi:type="dcterms:W3CDTF">2025-07-13T02:49:02Z</dcterms:created>
  <dcterms:modified xsi:type="dcterms:W3CDTF">2025-07-19T04:20:13Z</dcterms:modified>
</cp:coreProperties>
</file>